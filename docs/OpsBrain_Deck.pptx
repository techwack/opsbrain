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0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60" dirty="0"/>
          </a:p>
        </p:txBody>
      </p:sp>
      <p:sp>
        <p:nvSpPr>
          <p:cNvPr id="4" name="Text 2"/>
          <p:cNvSpPr/>
          <p:nvPr/>
        </p:nvSpPr>
        <p:spPr>
          <a:xfrm>
            <a:off x="1508760" y="749808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OpsBrain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brain for the plant floor.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41248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plant's manuals, work orders and safety standards in plain language — and get a cited answer back in seconds.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5715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2.0</a:t>
            </a:r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Problem Statement 8 — Industrial Knowledge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Divyanshi Jain   ·   github.com/techwack/opsbrain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558223" y="1145743"/>
            <a:ext cx="1399032" cy="544068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58223" y="1145743"/>
            <a:ext cx="777240" cy="1476756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10621" y="1643177"/>
            <a:ext cx="932688" cy="-38862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0621" y="1643177"/>
            <a:ext cx="466344" cy="77724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1005840"/>
            <a:ext cx="279806" cy="279806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817352" y="1549908"/>
            <a:ext cx="186538" cy="186538"/>
          </a:xfrm>
          <a:prstGeom prst="ellipse">
            <a:avLst/>
          </a:prstGeom>
          <a:solidFill>
            <a:srgbClr val="14D3B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95560" y="2482596"/>
            <a:ext cx="155448" cy="155448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50040" y="1161288"/>
            <a:ext cx="139903" cy="139903"/>
          </a:xfrm>
          <a:prstGeom prst="ellipse">
            <a:avLst/>
          </a:prstGeom>
          <a:solidFill>
            <a:srgbClr val="5D6F8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83696" y="2327148"/>
            <a:ext cx="202082" cy="202082"/>
          </a:xfrm>
          <a:prstGeom prst="ellipse">
            <a:avLst/>
          </a:prstGeom>
          <a:solidFill>
            <a:srgbClr val="4F8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don't have a data problem.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retrieval problem.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6766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refinery runs on tens of thousands of pages — OEM manuals, P&amp;IDs, work orders, OISD standards, incident reports — spread across binders, shared drives and three generations of software. When a pump trips at 2 a.m., the answer almost always exists somewhere. Finding it is the hard part.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55280" y="2423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8388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8388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Manuals, drawings and logs live in different systems that don't talk to each other.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55280" y="374904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3886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83880" y="420624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 who remembers the 2019 failure is the search index. When they retire, it's gone.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55280" y="5074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5212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83880" y="55321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obligations sit inside 200-page PDFs nobody re-reads until after an incident.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SOLVING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shows up as time, repeated mistakes, and risk.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115568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process engineer's day goes to searching for information that already exists.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480560" y="21945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773168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recur because the last work order on that asset is never read before the next job.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291840" cy="2926080"/>
          </a:xfrm>
          <a:prstGeom prst="roundRect">
            <a:avLst>
              <a:gd name="adj" fmla="val 375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5146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430768" y="36576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incident is usually when a buried compliance gap finally gets noticed.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54406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industry is India's manufacturing backbone. Small percentages here are crores in lost productivity and avoidable downtime.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OPSBRAIN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ask — grounded in your own documents.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77440"/>
            <a:ext cx="640080" cy="640080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5568" y="37033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questions get an answer that cites the exact document and page, with a confidence score so you know when to trust it.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377440"/>
            <a:ext cx="640080" cy="640080"/>
          </a:xfrm>
          <a:prstGeom prst="ellipse">
            <a:avLst/>
          </a:prstGeom>
          <a:solidFill>
            <a:srgbClr val="14D3B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73168" y="37033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an asset and it checks the operational record against OISD and Factory Act clauses, then ranks the gaps it finds.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377440"/>
            <a:ext cx="640080" cy="640080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377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◇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30768" y="370332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pulls equipment tags, failure modes, systems and standards out of the corpus and draws the relationships between them.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its sources.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tech asks how to swap the seal on P-204; OpsBrain answers with the steps, the torque spec, and a safety flag — each line cited back to a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1965960"/>
            <a:ext cx="9354312" cy="4617720"/>
          </a:xfrm>
          <a:prstGeom prst="roundRect">
            <a:avLst>
              <a:gd name="adj" fmla="val 1584"/>
            </a:avLst>
          </a:prstGeom>
          <a:solidFill>
            <a:srgbClr val="1B2536"/>
          </a:solidFill>
          <a:ln w="12700">
            <a:solidFill>
              <a:srgbClr val="26344A"/>
            </a:solidFill>
            <a:prstDash val="solid"/>
          </a:ln>
        </p:spPr>
      </p:sp>
      <p:pic>
        <p:nvPicPr>
          <p:cNvPr id="6" name="Image 0" descr="C:\Users\Divyanshi\Desktop\new\opsbrain\docs\assets\02_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81328" y="2029968"/>
            <a:ext cx="92354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finds the gap before the auditor does.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'P-204 mechanical seal' and it surfaces a missing root-cause analysis after repeat failures and an isolation-integrity gap, ranked by severity.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1965960"/>
            <a:ext cx="9354312" cy="4617720"/>
          </a:xfrm>
          <a:prstGeom prst="roundRect">
            <a:avLst>
              <a:gd name="adj" fmla="val 1584"/>
            </a:avLst>
          </a:prstGeom>
          <a:solidFill>
            <a:srgbClr val="1B2536"/>
          </a:solidFill>
          <a:ln w="12700">
            <a:solidFill>
              <a:srgbClr val="26344A"/>
            </a:solidFill>
            <a:prstDash val="solid"/>
          </a:ln>
        </p:spPr>
      </p:sp>
      <p:pic>
        <p:nvPicPr>
          <p:cNvPr id="6" name="Image 0" descr="C:\Users\Divyanshi\Desktop\new\opsbrain\docs\assets\03_compli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81328" y="2029968"/>
            <a:ext cx="92354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KNOWLEDGE GRAPH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8412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plant, as a graph.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Equipment, failure modes and the standards that govern them, extracted automatically from the same documents that power the answers.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17320" y="1965960"/>
            <a:ext cx="9354312" cy="4617720"/>
          </a:xfrm>
          <a:prstGeom prst="roundRect">
            <a:avLst>
              <a:gd name="adj" fmla="val 1584"/>
            </a:avLst>
          </a:prstGeom>
          <a:solidFill>
            <a:srgbClr val="1B2536"/>
          </a:solidFill>
          <a:ln w="12700">
            <a:solidFill>
              <a:srgbClr val="26344A"/>
            </a:solidFill>
            <a:prstDash val="solid"/>
          </a:ln>
        </p:spPr>
      </p:sp>
      <p:pic>
        <p:nvPicPr>
          <p:cNvPr id="6" name="Image 0" descr="C:\Users\Divyanshi\Desktop\new\opsbrain\docs\assets\04_grap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81328" y="2029968"/>
            <a:ext cx="92354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service. Retrieval that runs anywhere. Claude for the reasoning.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141C28"/>
          </a:solidFill>
          <a:ln w="15875">
            <a:solidFill>
              <a:srgbClr val="4F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4942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— Ask · Compliance · Knowledge Graph · Documents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633472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front end, served by the same process. No build step, no CORS.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3063240"/>
            <a:ext cx="0" cy="411480"/>
          </a:xfrm>
          <a:prstGeom prst="line">
            <a:avLst/>
          </a:prstGeom>
          <a:noFill/>
          <a:ln w="25400">
            <a:solidFill>
              <a:srgbClr val="14D3B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" y="35204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41C28"/>
          </a:solidFill>
          <a:ln w="15875">
            <a:solidFill>
              <a:srgbClr val="14D3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66674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4050792"/>
            <a:ext cx="10241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/ask   /compliance   /graph   /upload   /reindex   /health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4389120"/>
            <a:ext cx="0" cy="365760"/>
          </a:xfrm>
          <a:prstGeom prst="line">
            <a:avLst/>
          </a:prstGeom>
          <a:noFill/>
          <a:ln w="25400">
            <a:solidFill>
              <a:srgbClr val="14D3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035040" y="4389120"/>
            <a:ext cx="0" cy="365760"/>
          </a:xfrm>
          <a:prstGeom prst="line">
            <a:avLst/>
          </a:prstGeom>
          <a:noFill/>
          <a:ln w="25400">
            <a:solidFill>
              <a:srgbClr val="14D3B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26880" y="4389120"/>
            <a:ext cx="0" cy="365760"/>
          </a:xfrm>
          <a:prstGeom prst="line">
            <a:avLst/>
          </a:prstGeom>
          <a:noFill/>
          <a:ln w="25400">
            <a:solidFill>
              <a:srgbClr val="14D3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" y="4800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41C28"/>
          </a:solidFill>
          <a:ln w="15875">
            <a:solidFill>
              <a:srgbClr val="263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946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533095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over chunked docs.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Pure-Python, pluggable for embeddings.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4800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41C28"/>
          </a:solidFill>
          <a:ln w="15875">
            <a:solidFill>
              <a:srgbClr val="2634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946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17720" y="533095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· Compliance · Graph.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prompts, JSON-structured output.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4800600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141C28"/>
          </a:solidFill>
          <a:ln w="15875">
            <a:solidFill>
              <a:srgbClr val="2634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9469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75320" y="533095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→ sentence-aware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→ index.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6355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→  Anthropic Claude (claude-opus-4-8)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CHOICES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decisions I'd defend in a review.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3500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service over a microservice split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990088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serves the API and the UI from one process. The whole thing runs with one command — which matters more for a demo and a small team than premature separation.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23500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over a heavyweight vector DB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990088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vector store needs a GPU or a C++ build chain to install. TF-IDF clones and runs on any laptop. The store is behind an interface, so swapping in embeddings later is a one-file change.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4074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API key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5047488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and the knowledge graph run offline; answers fall back to cited extracts. The product is never a blank screen, key or not.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4407408"/>
            <a:ext cx="4617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and a confidence score, always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5047488"/>
            <a:ext cx="4617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operations tool that can't show its source is a liability. Every answer points back to a document and page.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04672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different document corpus.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OpsBrain is specific to one plant. Point it at a different corpus and it works for steel, oil &amp; gas, pharma or power — the documents change, the engine doesn't.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108960"/>
            <a:ext cx="292608" cy="292608"/>
          </a:xfrm>
          <a:prstGeom prst="ellipse">
            <a:avLst/>
          </a:prstGeom>
          <a:solidFill>
            <a:srgbClr val="14D3B0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3255264"/>
            <a:ext cx="2450592" cy="0"/>
          </a:xfrm>
          <a:prstGeom prst="line">
            <a:avLst/>
          </a:prstGeom>
          <a:noFill/>
          <a:ln w="19050">
            <a:solidFill>
              <a:srgbClr val="2634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Q&amp;A, compliance gap detection, knowledge graph, document upload — running end to 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66160" y="3108960"/>
            <a:ext cx="292608" cy="292608"/>
          </a:xfrm>
          <a:prstGeom prst="ellipse">
            <a:avLst/>
          </a:prstGeom>
          <a:solidFill>
            <a:srgbClr val="26344A"/>
          </a:solidFill>
          <a:ln/>
        </p:spPr>
      </p:sp>
      <p:sp>
        <p:nvSpPr>
          <p:cNvPr id="10" name="Shape 8"/>
          <p:cNvSpPr/>
          <p:nvPr/>
        </p:nvSpPr>
        <p:spPr>
          <a:xfrm>
            <a:off x="3858768" y="3255264"/>
            <a:ext cx="2450592" cy="0"/>
          </a:xfrm>
          <a:prstGeom prst="line">
            <a:avLst/>
          </a:prstGeom>
          <a:noFill/>
          <a:ln w="19050">
            <a:solidFill>
              <a:srgbClr val="2634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39319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for scanned P&amp;IDs so legacy drawings become searchable, not just typed docs.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09360" y="3108960"/>
            <a:ext cx="292608" cy="292608"/>
          </a:xfrm>
          <a:prstGeom prst="ellipse">
            <a:avLst/>
          </a:prstGeom>
          <a:solidFill>
            <a:srgbClr val="2634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601968" y="3255264"/>
            <a:ext cx="2450592" cy="0"/>
          </a:xfrm>
          <a:prstGeom prst="line">
            <a:avLst/>
          </a:prstGeom>
          <a:noFill/>
          <a:ln w="19050">
            <a:solidFill>
              <a:srgbClr val="2634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39319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into CMMS / SCADA (SAP PM, Maximo) so live work orders and readings flow in.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52560" y="3108960"/>
            <a:ext cx="292608" cy="292608"/>
          </a:xfrm>
          <a:prstGeom prst="ellipse">
            <a:avLst/>
          </a:prstGeom>
          <a:solidFill>
            <a:srgbClr val="26344A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35204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393192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scoring from the work-order and sensor history it already holds.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4F8C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9466783" y="1054303"/>
            <a:ext cx="1399032" cy="544068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66783" y="1054303"/>
            <a:ext cx="777240" cy="1476756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9181" y="1551737"/>
            <a:ext cx="932688" cy="-38862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19181" y="1551737"/>
            <a:ext cx="466344" cy="777240"/>
          </a:xfrm>
          <a:prstGeom prst="line">
            <a:avLst/>
          </a:prstGeom>
          <a:noFill/>
          <a:ln w="12700">
            <a:solidFill>
              <a:srgbClr val="2634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914400"/>
            <a:ext cx="279806" cy="279806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9" name="Shape 7"/>
          <p:cNvSpPr/>
          <p:nvPr/>
        </p:nvSpPr>
        <p:spPr>
          <a:xfrm>
            <a:off x="10725912" y="1458468"/>
            <a:ext cx="186538" cy="186538"/>
          </a:xfrm>
          <a:prstGeom prst="ellipse">
            <a:avLst/>
          </a:prstGeom>
          <a:solidFill>
            <a:srgbClr val="14D3B0"/>
          </a:solidFill>
          <a:ln/>
        </p:spPr>
      </p:sp>
      <p:sp>
        <p:nvSpPr>
          <p:cNvPr id="10" name="Shape 8"/>
          <p:cNvSpPr/>
          <p:nvPr/>
        </p:nvSpPr>
        <p:spPr>
          <a:xfrm>
            <a:off x="10104120" y="2391156"/>
            <a:ext cx="155448" cy="155448"/>
          </a:xfrm>
          <a:prstGeom prst="ellipse">
            <a:avLst/>
          </a:prstGeom>
          <a:solidFill>
            <a:srgbClr val="7C8C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658600" y="1069848"/>
            <a:ext cx="139903" cy="139903"/>
          </a:xfrm>
          <a:prstGeom prst="ellipse">
            <a:avLst/>
          </a:prstGeom>
          <a:solidFill>
            <a:srgbClr val="5D6F8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92256" y="2235708"/>
            <a:ext cx="202082" cy="202082"/>
          </a:xfrm>
          <a:prstGeom prst="ellipse">
            <a:avLst/>
          </a:prstGeom>
          <a:solidFill>
            <a:srgbClr val="4F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46888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a weekend.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run in a plant.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41248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D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OpsBrain — Industrial Knowledge Intelligence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github.com/techwack/opsbrain</a:t>
            </a:r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Divyanshi Jain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2026-06-25T16:03:20Z</dcterms:created>
  <dcterms:modified xsi:type="dcterms:W3CDTF">2026-06-25T16:03:20Z</dcterms:modified>
</cp:coreProperties>
</file>